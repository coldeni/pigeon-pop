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13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81CCD-9FC4-C71B-1A4C-E33944314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8B5635-4AE2-A451-8346-9C6A56280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FAF63C-7990-43E8-3688-A340FF49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7AA817-F479-3EAF-F77D-39CD787F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0DCDD0-3AAC-36AF-EF0D-4AAC4AA9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78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37133-427A-04BA-ABB5-ABCD5739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A5853-C8C6-8431-CABE-9688421F3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7E828E-E9DD-27C1-64DE-FEECE988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55797A-9488-C0F8-53DE-B443D7DE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2BCA9-8E8C-A6E1-D7CC-0ED64EBF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16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F3CB3-A76D-5DAE-B9A3-3378AC5E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70380-E25F-8B1B-B4A7-E784B7C59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512A94-FEAC-65A9-5516-79B3FABF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65FDF8-88BB-57CC-A67E-96ABA64F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A37F6D-65FC-0154-0FD7-5B6E03C7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86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79715-766D-5C61-BB8D-A5FFA990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E4CBF-D928-2296-D738-A3B68D59D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702B96-3C62-D77B-C2AE-7E10083EA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8845EF-3BB4-3704-040C-8DABB1CC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3B4300-7B02-D572-8F2E-2979E20A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FC8DAD-772B-4EDD-0D1B-252B4E21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A3A0F-1D9F-6DEA-772F-5DB409EA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B8374C-D9D0-6303-0345-06B644611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49A334-A7DA-AE10-4590-A8B5336B5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0FF706-21B0-8436-AB84-15F3E3C79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35FC39-C71E-8867-74E2-0F0A7B841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E39349-F7A5-C20B-D375-A13C9B13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4D5E47-43EF-ECFF-AD4D-B9B2BA18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DC3DEC-6B14-9CDD-884A-21C8AD6C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0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0F5A9-9F9F-365E-A98A-8DDBBD67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DF3DB1-8E68-AA3E-8985-B15DA342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890DB3-2D0A-F409-F412-4004F9FE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EC9CBC-57FA-D6C5-62CC-A8ED07F5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48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4F1518-7EB1-CF90-96DE-40E665C7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E986F6-D551-9BC9-7EFE-AA9FB922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40C75D-0559-946A-F97F-59DC5EA1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63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91F77-583E-1B97-E287-F0074E3A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B9612A-B782-D7D5-AE21-E57F60CC4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75FA25-BE5D-1B88-C1CD-32CF94BA4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B3D00B-36CF-3925-835F-1432498E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6C2603-5B1D-3142-F63F-5402452E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017915-847F-6523-5362-66D26211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3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E640B-14AA-073E-1ABB-B14231A6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6A9BC7-64BC-3CDF-B0D2-F9AFEB924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3AB84B-11E6-E7A1-F903-C49D028DF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561D2F-6912-C983-C03A-4CC4BC4F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A4A6D1-7BE1-05AE-F778-FF2C873E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CB1915-4B0B-A701-F5FA-BB46EE87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67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8EFFC-D5A1-3E50-A486-D29B9ADF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AF0839-6F7B-1157-21B7-31A54E568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1375AE-7AB3-35B7-90BB-95D31D98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9E7744-56C9-3FD6-B513-F244FF57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6318C4-CAED-9CE2-43E3-54B8E903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90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DBE6CF-B74C-3FBE-83CE-F3FCD1399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C42C07-2069-6943-60FB-6B4661AC4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049FED-24E7-442C-4EE5-99E3CD4D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52CC2-986B-F8AE-2526-264FBCB3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1E8D7F-E1C9-5B58-6E03-D8BF0420A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40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BBD87-9AF7-9EDA-511D-973131BD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9A0E53-A37F-E12E-1557-4CA8EA799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6E8B38-4691-004E-9114-91D435973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F36B2-183F-4270-9862-23578ACD9E7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CF76E3-E57F-42FB-5E59-8DCA3F3C5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1719B8-FB97-F680-6084-9E17AF767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75025-2EEE-4437-BA6A-7FEBE0195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78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2AFFC78-4982-939E-819B-F1E9FCC6CD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26" b="95726" l="10000" r="90000">
                        <a14:foregroundMark x1="36111" y1="5887" x2="36111" y2="5887"/>
                        <a14:foregroundMark x1="54889" y1="92500" x2="54889" y2="92500"/>
                        <a14:foregroundMark x1="53778" y1="95726" x2="53778" y2="957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11" r="46800" b="51067"/>
          <a:stretch>
            <a:fillRect/>
          </a:stretch>
        </p:blipFill>
        <p:spPr bwMode="auto">
          <a:xfrm>
            <a:off x="4956049" y="0"/>
            <a:ext cx="1298446" cy="335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EEB75B7-BC38-D1A8-AD3A-7A9634FFE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26" b="95726" l="10000" r="90000">
                        <a14:foregroundMark x1="36111" y1="5887" x2="36111" y2="5887"/>
                        <a14:foregroundMark x1="54889" y1="92500" x2="54889" y2="92500"/>
                        <a14:foregroundMark x1="53778" y1="95726" x2="53778" y2="957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200" r="26038" b="51067"/>
          <a:stretch>
            <a:fillRect/>
          </a:stretch>
        </p:blipFill>
        <p:spPr bwMode="auto">
          <a:xfrm>
            <a:off x="6254495" y="0"/>
            <a:ext cx="1033273" cy="335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8C52E01-E863-B9F2-1218-D0985F4A8F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86" t="19022" r="10383" b="18255"/>
          <a:stretch>
            <a:fillRect/>
          </a:stretch>
        </p:blipFill>
        <p:spPr bwMode="auto">
          <a:xfrm>
            <a:off x="8430768" y="2325503"/>
            <a:ext cx="3355848" cy="258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872392E8-ABC7-716A-ACD6-0A8AF7035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26" b="95726" l="10000" r="90000">
                        <a14:foregroundMark x1="36111" y1="5887" x2="36111" y2="5887"/>
                        <a14:foregroundMark x1="54889" y1="92500" x2="54889" y2="92500"/>
                        <a14:foregroundMark x1="53778" y1="95726" x2="53778" y2="957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11" t="48933" r="20160"/>
          <a:stretch>
            <a:fillRect/>
          </a:stretch>
        </p:blipFill>
        <p:spPr bwMode="auto">
          <a:xfrm>
            <a:off x="4956048" y="3355848"/>
            <a:ext cx="2624327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B495D768-8049-48CD-A4CF-FB0DDC6EC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26" b="95726" l="10000" r="90000">
                        <a14:foregroundMark x1="36111" y1="5887" x2="36111" y2="5887"/>
                        <a14:foregroundMark x1="54889" y1="92500" x2="54889" y2="92500"/>
                        <a14:foregroundMark x1="53778" y1="95726" x2="53778" y2="957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200" r="26038" b="51067"/>
          <a:stretch>
            <a:fillRect/>
          </a:stretch>
        </p:blipFill>
        <p:spPr bwMode="auto">
          <a:xfrm>
            <a:off x="2318004" y="73152"/>
            <a:ext cx="1033273" cy="335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A333B5-2DCE-0BE4-A983-A12F376BB4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26770" b="-19542"/>
          <a:stretch>
            <a:fillRect/>
          </a:stretch>
        </p:blipFill>
        <p:spPr>
          <a:xfrm rot="20390579">
            <a:off x="263587" y="-718597"/>
            <a:ext cx="4136266" cy="4136266"/>
          </a:xfrm>
          <a:prstGeom prst="rect">
            <a:avLst/>
          </a:prstGeom>
        </p:spPr>
      </p:pic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E419F4F4-607E-9923-B80A-20E751ACE8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26" b="95726" l="10000" r="90000">
                        <a14:foregroundMark x1="36111" y1="5887" x2="36111" y2="5887"/>
                        <a14:foregroundMark x1="54889" y1="92500" x2="54889" y2="92500"/>
                        <a14:foregroundMark x1="53778" y1="95726" x2="53778" y2="957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11" r="46800" b="51067"/>
          <a:stretch>
            <a:fillRect/>
          </a:stretch>
        </p:blipFill>
        <p:spPr bwMode="auto">
          <a:xfrm>
            <a:off x="1019558" y="73152"/>
            <a:ext cx="1298446" cy="335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61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AA06A2-A99D-18A5-A87D-F4A5870534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70" t="10671" r="11500" b="11090"/>
          <a:stretch>
            <a:fillRect/>
          </a:stretch>
        </p:blipFill>
        <p:spPr>
          <a:xfrm>
            <a:off x="3980985" y="1338146"/>
            <a:ext cx="4159405" cy="415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8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898B09D-227E-81AA-1642-E52C6C677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6696" y="1380331"/>
            <a:ext cx="12192000" cy="409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86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трелка: вправо с вырезом 1">
            <a:extLst>
              <a:ext uri="{FF2B5EF4-FFF2-40B4-BE49-F238E27FC236}">
                <a16:creationId xmlns:a16="http://schemas.microsoft.com/office/drawing/2014/main" id="{22A96789-F3C7-FA9C-D200-05BA0B2F2C01}"/>
              </a:ext>
            </a:extLst>
          </p:cNvPr>
          <p:cNvSpPr/>
          <p:nvPr/>
        </p:nvSpPr>
        <p:spPr>
          <a:xfrm rot="16200000">
            <a:off x="-1232154" y="1821942"/>
            <a:ext cx="1248156" cy="1216152"/>
          </a:xfrm>
          <a:prstGeom prst="notchedRightArrow">
            <a:avLst>
              <a:gd name="adj1" fmla="val 50000"/>
              <a:gd name="adj2" fmla="val 83835"/>
            </a:avLst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DA4ECDD-8B8F-B80C-8CB6-95196B06DA1A}"/>
              </a:ext>
            </a:extLst>
          </p:cNvPr>
          <p:cNvSpPr/>
          <p:nvPr/>
        </p:nvSpPr>
        <p:spPr>
          <a:xfrm>
            <a:off x="3241747" y="2180844"/>
            <a:ext cx="1216152" cy="124815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4000"/>
                </a:schemeClr>
              </a:gs>
              <a:gs pos="100000">
                <a:srgbClr val="00B0F0">
                  <a:alpha val="7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84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738201-F55F-02EE-8A73-827D59380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75094" y="-4499113"/>
            <a:ext cx="7048500" cy="56388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72A772-6AF1-25BC-6F7D-5CDF7DA11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872" b="89865" l="85270" r="94054">
                        <a14:foregroundMark x1="92432" y1="54392" x2="92432" y2="54392"/>
                        <a14:foregroundMark x1="93649" y1="52872" x2="93649" y2="52872"/>
                        <a14:foregroundMark x1="90405" y1="89865" x2="90405" y2="89865"/>
                      </a14:backgroundRemoval>
                    </a14:imgEffect>
                  </a14:imgLayer>
                </a14:imgProps>
              </a:ext>
            </a:extLst>
          </a:blip>
          <a:srcRect l="84454" t="51704" r="4688" b="5817"/>
          <a:stretch>
            <a:fillRect/>
          </a:stretch>
        </p:blipFill>
        <p:spPr>
          <a:xfrm>
            <a:off x="7489171" y="2147070"/>
            <a:ext cx="765313" cy="23953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293371-0166-F9A0-34C5-8486B0A89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209" b="91892" l="52027" r="60946">
                        <a14:foregroundMark x1="58649" y1="55236" x2="58649" y2="55236"/>
                        <a14:foregroundMark x1="59054" y1="53378" x2="59054" y2="53378"/>
                        <a14:foregroundMark x1="54730" y1="91892" x2="54730" y2="91892"/>
                        <a14:backgroundMark x1="57838" y1="67568" x2="57838" y2="67568"/>
                        <a14:backgroundMark x1="58784" y1="69088" x2="58784" y2="69088"/>
                        <a14:backgroundMark x1="58514" y1="69088" x2="58514" y2="69088"/>
                        <a14:backgroundMark x1="59189" y1="53041" x2="59189" y2="53041"/>
                      </a14:backgroundRemoval>
                    </a14:imgEffect>
                  </a14:imgLayer>
                </a14:imgProps>
              </a:ext>
            </a:extLst>
          </a:blip>
          <a:srcRect l="41774" t="52366" r="28741" b="5154"/>
          <a:stretch>
            <a:fillRect/>
          </a:stretch>
        </p:blipFill>
        <p:spPr>
          <a:xfrm>
            <a:off x="2975956" y="2626619"/>
            <a:ext cx="2078182" cy="23953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7B268D-2BAD-59DB-F980-E2FA894E6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02" t="52366" r="26058" b="5154"/>
          <a:stretch>
            <a:fillRect/>
          </a:stretch>
        </p:blipFill>
        <p:spPr>
          <a:xfrm>
            <a:off x="5386039" y="2709746"/>
            <a:ext cx="1602791" cy="239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3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23816992-637E-3153-BA1B-B109A7710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76800" y="990600"/>
            <a:ext cx="97536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0DF6E8E2-A490-65B5-296A-936B9129F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90600"/>
            <a:ext cx="97536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514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везда: 6 точек 1">
            <a:extLst>
              <a:ext uri="{FF2B5EF4-FFF2-40B4-BE49-F238E27FC236}">
                <a16:creationId xmlns:a16="http://schemas.microsoft.com/office/drawing/2014/main" id="{CE14B7F1-8C99-62D8-C8E0-2ABD09D1366E}"/>
              </a:ext>
            </a:extLst>
          </p:cNvPr>
          <p:cNvSpPr/>
          <p:nvPr/>
        </p:nvSpPr>
        <p:spPr>
          <a:xfrm>
            <a:off x="3695700" y="2057400"/>
            <a:ext cx="2880000" cy="2880000"/>
          </a:xfrm>
          <a:prstGeom prst="star6">
            <a:avLst>
              <a:gd name="adj" fmla="val 32396"/>
              <a:gd name="hf" fmla="val 115470"/>
            </a:avLst>
          </a:prstGeom>
          <a:gradFill>
            <a:gsLst>
              <a:gs pos="0">
                <a:srgbClr val="FFFF00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везда: 6 точек 2">
            <a:extLst>
              <a:ext uri="{FF2B5EF4-FFF2-40B4-BE49-F238E27FC236}">
                <a16:creationId xmlns:a16="http://schemas.microsoft.com/office/drawing/2014/main" id="{D843F7FC-871B-9A79-DD7E-779B0DB8359D}"/>
              </a:ext>
            </a:extLst>
          </p:cNvPr>
          <p:cNvSpPr/>
          <p:nvPr/>
        </p:nvSpPr>
        <p:spPr>
          <a:xfrm>
            <a:off x="3959500" y="2321200"/>
            <a:ext cx="2352400" cy="2352400"/>
          </a:xfrm>
          <a:prstGeom prst="star6">
            <a:avLst>
              <a:gd name="adj" fmla="val 32396"/>
              <a:gd name="hf" fmla="val 115470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98878B-01B3-AB95-E65C-E033BCCC5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00" y="1989000"/>
            <a:ext cx="2880000" cy="288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F5DD5E-C983-A0BE-D645-4160D15909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26770" b="-19542"/>
          <a:stretch>
            <a:fillRect/>
          </a:stretch>
        </p:blipFill>
        <p:spPr>
          <a:xfrm>
            <a:off x="671822" y="473522"/>
            <a:ext cx="3023878" cy="30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6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119CB0-B761-C3DC-28A3-83966CC6A58A}"/>
              </a:ext>
            </a:extLst>
          </p:cNvPr>
          <p:cNvSpPr txBox="1"/>
          <p:nvPr/>
        </p:nvSpPr>
        <p:spPr>
          <a:xfrm>
            <a:off x="3479800" y="1701800"/>
            <a:ext cx="1232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Pigeon Pop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5114D5-D6A3-D71F-5709-F86F1AC6E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990" b="64193" l="12573" r="89535">
                        <a14:foregroundMark x1="12645" y1="45573" x2="12645" y2="45573"/>
                        <a14:foregroundMark x1="23619" y1="41797" x2="23619" y2="41797"/>
                        <a14:foregroundMark x1="31686" y1="41536" x2="31686" y2="41536"/>
                        <a14:foregroundMark x1="69259" y1="33073" x2="69259" y2="33073"/>
                        <a14:foregroundMark x1="78924" y1="40885" x2="78924" y2="40885"/>
                        <a14:foregroundMark x1="83648" y1="44271" x2="83648" y2="44271"/>
                        <a14:foregroundMark x1="86483" y1="41536" x2="86483" y2="41536"/>
                        <a14:foregroundMark x1="89535" y1="47135" x2="89535" y2="47135"/>
                        <a14:foregroundMark x1="35029" y1="44271" x2="35029" y2="44271"/>
                        <a14:backgroundMark x1="28852" y1="46875" x2="28852" y2="46875"/>
                        <a14:backgroundMark x1="45785" y1="47917" x2="45785" y2="47917"/>
                        <a14:backgroundMark x1="54869" y1="47526" x2="54869" y2="47526"/>
                        <a14:backgroundMark x1="68750" y1="38542" x2="68750" y2="38542"/>
                        <a14:backgroundMark x1="40916" y1="50391" x2="40916" y2="50391"/>
                        <a14:backgroundMark x1="38445" y1="43880" x2="38445" y2="43880"/>
                        <a14:backgroundMark x1="50000" y1="47396" x2="50000" y2="47396"/>
                        <a14:backgroundMark x1="49637" y1="51563" x2="49637" y2="51563"/>
                        <a14:backgroundMark x1="49709" y1="52083" x2="49709" y2="52083"/>
                        <a14:backgroundMark x1="84230" y1="52214" x2="84230" y2="52214"/>
                        <a14:backgroundMark x1="77762" y1="46745" x2="77762" y2="46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08" t="26857" r="7187" b="31524"/>
          <a:stretch>
            <a:fillRect/>
          </a:stretch>
        </p:blipFill>
        <p:spPr>
          <a:xfrm>
            <a:off x="908050" y="1824383"/>
            <a:ext cx="103759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948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9129</TotalTime>
  <Words>2</Words>
  <Application>Microsoft Office PowerPoint</Application>
  <PresentationFormat>Широкоэкранный</PresentationFormat>
  <Paragraphs>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Akulin</dc:creator>
  <cp:lastModifiedBy>Andrei Akulin</cp:lastModifiedBy>
  <cp:revision>1</cp:revision>
  <dcterms:created xsi:type="dcterms:W3CDTF">2025-10-19T10:43:42Z</dcterms:created>
  <dcterms:modified xsi:type="dcterms:W3CDTF">2025-10-25T18:52:55Z</dcterms:modified>
</cp:coreProperties>
</file>